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Ten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Eleven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Twelve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Thirteen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Fourteen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Fifteen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Sixteen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Seventeen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Eighteen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Nineteen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L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2" name="HL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3" name="HL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4" name="HL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5" name="HL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6" name="HL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7" name="HL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8" name="HL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09" name="HL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110" name="HL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solidFill>
            <a:srgbClr val="FFD700"/>
          </a:solidFill>
          <a:ln w="25400">
            <a:solidFill>
              <a:srgbClr val="FF8F00"/>
            </a:solidFill>
          </a:ln>
        </p:spPr>
        <p:txBody>
          <a:bodyPr/>
          <a:lstStyle/>
          <a:p/>
        </p:txBody>
      </p:sp>
      <p:sp>
        <p:nvSpPr>
          <p:cNvPr id="201" name="CB0"/>
          <p:cNvSpPr>
            <a:spLocks noGrp="1"/>
          </p:cNvSpPr>
          <p:nvPr/>
        </p:nvSpPr>
        <p:spPr>
          <a:xfrm>
            <a:off x="91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2" name="CB1"/>
          <p:cNvSpPr>
            <a:spLocks noGrp="1"/>
          </p:cNvSpPr>
          <p:nvPr/>
        </p:nvSpPr>
        <p:spPr>
          <a:xfrm>
            <a:off x="91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3" name="CB2"/>
          <p:cNvSpPr>
            <a:spLocks noGrp="1"/>
          </p:cNvSpPr>
          <p:nvPr/>
        </p:nvSpPr>
        <p:spPr>
          <a:xfrm>
            <a:off x="91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4" name="CB3"/>
          <p:cNvSpPr>
            <a:spLocks noGrp="1"/>
          </p:cNvSpPr>
          <p:nvPr/>
        </p:nvSpPr>
        <p:spPr>
          <a:xfrm>
            <a:off x="91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5" name="CB4"/>
          <p:cNvSpPr>
            <a:spLocks noGrp="1"/>
          </p:cNvSpPr>
          <p:nvPr/>
        </p:nvSpPr>
        <p:spPr>
          <a:xfrm>
            <a:off x="91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6" name="CB5"/>
          <p:cNvSpPr>
            <a:spLocks noGrp="1"/>
          </p:cNvSpPr>
          <p:nvPr/>
        </p:nvSpPr>
        <p:spPr>
          <a:xfrm>
            <a:off x="4663440" y="91440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7" name="CB6"/>
          <p:cNvSpPr>
            <a:spLocks noGrp="1"/>
          </p:cNvSpPr>
          <p:nvPr/>
        </p:nvSpPr>
        <p:spPr>
          <a:xfrm>
            <a:off x="4663440" y="1389888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8" name="CB7"/>
          <p:cNvSpPr>
            <a:spLocks noGrp="1"/>
          </p:cNvSpPr>
          <p:nvPr/>
        </p:nvSpPr>
        <p:spPr>
          <a:xfrm>
            <a:off x="4663440" y="2688336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09" name="CB8"/>
          <p:cNvSpPr>
            <a:spLocks noGrp="1"/>
          </p:cNvSpPr>
          <p:nvPr/>
        </p:nvSpPr>
        <p:spPr>
          <a:xfrm>
            <a:off x="4663440" y="3986784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10" name="CB9"/>
          <p:cNvSpPr>
            <a:spLocks noGrp="1"/>
          </p:cNvSpPr>
          <p:nvPr/>
        </p:nvSpPr>
        <p:spPr>
          <a:xfrm>
            <a:off x="4663440" y="5285232"/>
            <a:ext cx="4389120" cy="1298448"/>
          </a:xfrm>
          <a:prstGeom prst="rect">
            <a:avLst/>
          </a:prstGeom>
          <a:noFill/>
          <a:ln w="9525">
            <a:solidFill>
              <a:srgbClr val="5B93D3"/>
            </a:solidFill>
          </a:ln>
        </p:spPr>
        <p:txBody>
          <a:bodyPr/>
          <a:lstStyle/>
          <a:p/>
        </p:txBody>
      </p:sp>
      <p:sp>
        <p:nvSpPr>
          <p:cNvPr id="2" name="Text 0"/>
          <p:cNvSpPr/>
          <p:nvPr/>
        </p:nvSpPr>
        <p:spPr>
          <a:xfrm>
            <a:off x="137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91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37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7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Ninety-two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Ninety-three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37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Ninety-four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95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137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Ninety-five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88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96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709160" y="969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Ninety-six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97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Ninety-seven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27157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98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Ninety-eight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99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470916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Ninety-nine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53126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4709160" y="616305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One Hundred</a:t>
            </a:r>
            <a:endParaRPr lang="en-US" sz="2600" dirty="0"/>
          </a:p>
        </p:txBody>
      </p:sp>
    </p:spTree>
  </p:cSld>
  <p:clrMapOvr>
    <a:masterClrMapping/>
  </p:clrMapOvr>
  <p:transition advTm="15000"/>
  <p:timing>
    <p:tnLst>
      <p:par>
        <p:cTn id="1" dur="indefinite" restart="whenNotActive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5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8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9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0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1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2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5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fill="hold">
                      <p:stCondLst>
                        <p:cond delay="3000"/>
                      </p:stCondLst>
                      <p:childTnLst>
                        <p:set>
                          <p:cBhvr>
                            <p:cTn id="17" dur="1" fill="hold"/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18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2" fill="hold">
                      <p:stCondLst>
                        <p:cond delay="450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1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fill="hold">
                      <p:stCondLst>
                        <p:cond delay="6000"/>
                      </p:stCondLst>
                      <p:childTnLst>
                        <p:set>
                          <p:cBhvr>
                            <p:cTn id="23" dur="1" fill="hold"/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4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8" fill="hold">
                      <p:stCondLst>
                        <p:cond delay="750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27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fill="hold">
                      <p:stCondLst>
                        <p:cond delay="900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0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4" fill="hold">
                      <p:stCondLst>
                        <p:cond delay="1050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3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fill="hold">
                      <p:stCondLst>
                        <p:cond delay="12000"/>
                      </p:stCondLst>
                      <p:childTnLst>
                        <p:set>
                          <p:cBhvr>
                            <p:cTn id="35" dur="1" fill="hold"/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6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>
                      <p:stCondLst>
                        <p:cond delay="135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  <p:set>
                          <p:cBhvr>
                            <p:cTn id="39" dur="1" fill="hold"/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2026-06-15T05:12:41Z</dcterms:created>
  <dcterms:modified xsi:type="dcterms:W3CDTF">2026-06-15T05:12:41Z</dcterms:modified>
</cp:coreProperties>
</file>