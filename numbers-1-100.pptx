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wav" ContentType="audio/wav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audio" Target="../media/audio6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audio" Target="../media/audio7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audio" Target="../media/audio8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audio" Target="../media/audio9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audio" Target="../media/audio10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audio" Target="../media/audio1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audio" Target="../media/audio12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audio" Target="../media/audio13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audio" Target="../media/audio14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audio" Target="../media/audio15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audio" Target="../media/audio16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audio" Target="../media/audio17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audio" Target="../media/audio18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audio" Target="../media/audio19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audio" Target="../media/audio20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audio" Target="../media/audio21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audio" Target="../media/audio22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audio" Target="../media/audio23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audio" Target="../media/audio24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audio" Target="../media/audio25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audio" Target="../media/audio26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audio" Target="../media/audio27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audio" Target="../media/audio28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audio" Target="../media/audio29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audio" Target="../media/audio30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audio" Target="../media/audio31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audio" Target="../media/audio32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audio" Target="../media/audio33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audio" Target="../media/audio34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audio" Target="../media/audio35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audio" Target="../media/audio36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audio" Target="../media/audio37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audio" Target="../media/audio38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audio" Target="../media/audio39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audio" Target="../media/audio40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audio" Target="../media/audio4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audio" Target="../media/audio42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audio" Target="../media/audio43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audio" Target="../media/audio44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audio" Target="../media/audio45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audio" Target="../media/audio46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audio" Target="../media/audio47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audio" Target="../media/audio48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audio" Target="../media/audio49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audio" Target="../media/audio50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audio" Target="../media/audio5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audio" Target="../media/audio52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audio" Target="../media/audio53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audio" Target="../media/audio54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audio" Target="../media/audio55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audio" Target="../media/audio56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audio" Target="../media/audio57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audio" Target="../media/audio58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audio" Target="../media/audio59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audio" Target="../media/audio60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audio" Target="../media/audio61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audio" Target="../media/audio62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audio" Target="../media/audio63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audio" Target="../media/audio64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audio" Target="../media/audio65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audio" Target="../media/audio66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audio" Target="../media/audio67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audio" Target="../media/audio68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audio" Target="../media/audio69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audio" Target="../media/audio70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audio" Target="../media/audio71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audio" Target="../media/audio72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audio" Target="../media/audio73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audio" Target="../media/audio74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audio" Target="../media/audio75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audio" Target="../media/audio76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audio" Target="../media/audio77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audio" Target="../media/audio78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audio" Target="../media/audio79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audio" Target="../media/audio80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audio" Target="../media/audio81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audio" Target="../media/audio82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audio" Target="../media/audio83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audio" Target="../media/audio84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audio" Target="../media/audio85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audio" Target="../media/audio86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audio" Target="../media/audio87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audio" Target="../media/audio88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audio" Target="../media/audio89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audio" Target="../media/audio90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audio" Target="../media/audio91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audio" Target="../media/audio92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audio" Target="../media/audio93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audio" Target="../media/audio94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audio" Target="../media/audio95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audio" Target="../media/audio96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audio" Target="../media/audio97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audio" Target="../media/audio98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audio" Target="../media/audio99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audio" Target="../media/audio100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Eleven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อิ-เลฟ-เวน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Twelve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ทเวลฟ์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Fourteen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โฟร์-ทีน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Nineteen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ไนน์-ทีน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Twenty-nine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ทเวน-ตี้-ไนน์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Thirty-nine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เธอร์-ตี้-ไนน์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Fifty-nine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ฟิฟ-ตี้-ไนน์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Sixty-nine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ซิกซ์-ตี้-ไนน์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Seventy-nine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เซเว่น-ตี้-ไนน์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Eighty-nine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เอท-ตี้-ไนน์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90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Ninety-one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ไนน์-ตี้-วัน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92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Ninety-two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ไนน์-ตี้-ทู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93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Ninety-three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ไนน์-ตี้-ธรี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94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Ninety-four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ไนน์-ตี้-โฟร์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95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Ninety-five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ไนน์-ตี้-ไฟว์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96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Ninety-six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ไนน์-ตี้-ซิกซ์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97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Ninety-seven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ไนน์-ตี้-เซเว่น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98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Ninety-eight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ไนน์-ตี้-เอท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99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Ninety-nine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ไนน์-ตี้-ไนน์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</a:t>
            </a:r>
            <a:endParaRPr lang="en-US" sz="35000" dirty="0"/>
          </a:p>
        </p:txBody>
      </p:sp>
      <p:sp>
        <p:nvSpPr>
          <p:cNvPr id="3" name="Text 1"/>
          <p:cNvSpPr/>
          <p:nvPr/>
        </p:nvSpPr>
        <p:spPr>
          <a:xfrm>
            <a:off x="91440" y="502920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E0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One Hundred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5989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F2F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วัน-ฮัน-เดรด</a:t>
            </a:r>
            <a:endParaRPr lang="en-US" sz="4000" dirty="0"/>
          </a:p>
        </p:txBody>
      </p:sp>
    </p:spTree>
  </p:cSld>
  <p:clrMapOvr>
    <a:masterClrMapping/>
  </p:clrMapOvr>
  <p:transition advTm="2000">
    <p:sndAc>
      <p:stSnd>
        <p:snd r:embed="rId3" loop="0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2026-06-15T03:35:10Z</dcterms:created>
  <dcterms:modified xsi:type="dcterms:W3CDTF">2026-06-15T03:35:10Z</dcterms:modified>
</cp:coreProperties>
</file>